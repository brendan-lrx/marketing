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131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51AF6-D66F-9A43-9BD4-D133EFCD4380}" type="doc">
      <dgm:prSet loTypeId="urn:microsoft.com/office/officeart/2005/8/layout/balance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26AA42-C474-5248-8C2F-9BAAB4EA653D}">
      <dgm:prSet phldrT="[Text]" custT="1"/>
      <dgm:spPr>
        <a:solidFill>
          <a:srgbClr val="7FC600">
            <a:alpha val="90000"/>
          </a:srgbClr>
        </a:solidFill>
      </dgm:spPr>
      <dgm:t>
        <a:bodyPr/>
        <a:lstStyle/>
        <a:p>
          <a:r>
            <a:rPr lang="en-US" sz="4400" b="1" i="0">
              <a:solidFill>
                <a:schemeClr val="bg1"/>
              </a:solidFill>
              <a:latin typeface="Averta Bold" pitchFamily="2" charset="77"/>
            </a:rPr>
            <a:t>Intake</a:t>
          </a:r>
        </a:p>
      </dgm:t>
    </dgm:pt>
    <dgm:pt modelId="{26A08641-AAAB-964D-8D0F-4EF0F0706EA0}" type="parTrans" cxnId="{C59ECB19-40F7-C14E-8C49-2331C2F77187}">
      <dgm:prSet/>
      <dgm:spPr/>
      <dgm:t>
        <a:bodyPr/>
        <a:lstStyle/>
        <a:p>
          <a:endParaRPr lang="en-US"/>
        </a:p>
      </dgm:t>
    </dgm:pt>
    <dgm:pt modelId="{7959187C-16D0-BA44-9F7B-22779FF17129}" type="sibTrans" cxnId="{C59ECB19-40F7-C14E-8C49-2331C2F77187}">
      <dgm:prSet/>
      <dgm:spPr/>
      <dgm:t>
        <a:bodyPr/>
        <a:lstStyle/>
        <a:p>
          <a:endParaRPr lang="en-US"/>
        </a:p>
      </dgm:t>
    </dgm:pt>
    <dgm:pt modelId="{59E0C1E2-AE80-C14A-81B9-21F2FCEF5D5E}">
      <dgm:prSet phldrT="[Text]" custT="1"/>
      <dgm:spPr>
        <a:solidFill>
          <a:srgbClr val="7FC600">
            <a:alpha val="90000"/>
          </a:srgbClr>
        </a:solidFill>
      </dgm:spPr>
      <dgm:t>
        <a:bodyPr/>
        <a:lstStyle/>
        <a:p>
          <a:r>
            <a:rPr lang="en-US" sz="4400" b="1" i="0">
              <a:solidFill>
                <a:schemeClr val="bg1"/>
              </a:solidFill>
              <a:latin typeface="Averta Bold" pitchFamily="2" charset="77"/>
            </a:rPr>
            <a:t>Output</a:t>
          </a:r>
        </a:p>
      </dgm:t>
    </dgm:pt>
    <dgm:pt modelId="{3AD117D7-D4A6-474A-B9D3-C7F0FF513DA1}" type="parTrans" cxnId="{9A94C34F-22BA-3A49-8A6B-ED754CC7B760}">
      <dgm:prSet/>
      <dgm:spPr/>
      <dgm:t>
        <a:bodyPr/>
        <a:lstStyle/>
        <a:p>
          <a:endParaRPr lang="en-US"/>
        </a:p>
      </dgm:t>
    </dgm:pt>
    <dgm:pt modelId="{BBB1A7FA-6A19-924A-A239-6C89AF01F12A}" type="sibTrans" cxnId="{9A94C34F-22BA-3A49-8A6B-ED754CC7B760}">
      <dgm:prSet/>
      <dgm:spPr/>
      <dgm:t>
        <a:bodyPr/>
        <a:lstStyle/>
        <a:p>
          <a:endParaRPr lang="en-US"/>
        </a:p>
      </dgm:t>
    </dgm:pt>
    <dgm:pt modelId="{EB621048-2E6B-2247-BC14-69AE17B84130}" type="pres">
      <dgm:prSet presAssocID="{5C651AF6-D66F-9A43-9BD4-D133EFCD4380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1EF50EF7-5FA8-B94D-9BF5-0547D526982A}" type="pres">
      <dgm:prSet presAssocID="{5C651AF6-D66F-9A43-9BD4-D133EFCD4380}" presName="dummyMaxCanvas" presStyleCnt="0"/>
      <dgm:spPr/>
    </dgm:pt>
    <dgm:pt modelId="{F57C6F2F-D666-5F47-B642-BCCE5FFC33AF}" type="pres">
      <dgm:prSet presAssocID="{5C651AF6-D66F-9A43-9BD4-D133EFCD4380}" presName="parentComposite" presStyleCnt="0"/>
      <dgm:spPr/>
    </dgm:pt>
    <dgm:pt modelId="{524AAB89-196E-3147-9484-61D059E03BF7}" type="pres">
      <dgm:prSet presAssocID="{5C651AF6-D66F-9A43-9BD4-D133EFCD4380}" presName="parent1" presStyleLbl="alignAccFollowNode1" presStyleIdx="0" presStyleCnt="4" custScaleY="165118" custLinFactY="45443" custLinFactNeighborX="-93108" custLinFactNeighborY="100000">
        <dgm:presLayoutVars>
          <dgm:chMax val="4"/>
        </dgm:presLayoutVars>
      </dgm:prSet>
      <dgm:spPr/>
    </dgm:pt>
    <dgm:pt modelId="{334DF4D4-FF79-1541-A94B-F2E2E4860161}" type="pres">
      <dgm:prSet presAssocID="{5C651AF6-D66F-9A43-9BD4-D133EFCD4380}" presName="parent2" presStyleLbl="alignAccFollowNode1" presStyleIdx="1" presStyleCnt="4" custScaleY="165118" custLinFactY="45412" custLinFactNeighborX="92033" custLinFactNeighborY="100000">
        <dgm:presLayoutVars>
          <dgm:chMax val="4"/>
        </dgm:presLayoutVars>
      </dgm:prSet>
      <dgm:spPr/>
    </dgm:pt>
    <dgm:pt modelId="{7EE6F95A-E2E0-0049-9242-AD04E54EEDEB}" type="pres">
      <dgm:prSet presAssocID="{5C651AF6-D66F-9A43-9BD4-D133EFCD4380}" presName="childrenComposite" presStyleCnt="0"/>
      <dgm:spPr/>
    </dgm:pt>
    <dgm:pt modelId="{78B9D120-84FE-0341-A8A7-F79A015B86B7}" type="pres">
      <dgm:prSet presAssocID="{5C651AF6-D66F-9A43-9BD4-D133EFCD4380}" presName="dummyMaxCanvas_ChildArea" presStyleCnt="0"/>
      <dgm:spPr/>
    </dgm:pt>
    <dgm:pt modelId="{41E96233-024D-A046-82C3-0161E53AF43B}" type="pres">
      <dgm:prSet presAssocID="{5C651AF6-D66F-9A43-9BD4-D133EFCD4380}" presName="fulcrum" presStyleLbl="alignAccFollowNode1" presStyleIdx="2" presStyleCnt="4" custScaleX="355683" custScaleY="279750" custLinFactNeighborX="1268" custLinFactNeighborY="-22469"/>
      <dgm:spPr>
        <a:solidFill>
          <a:srgbClr val="BFE27F">
            <a:alpha val="90000"/>
          </a:srgbClr>
        </a:solidFill>
        <a:ln>
          <a:noFill/>
        </a:ln>
      </dgm:spPr>
    </dgm:pt>
    <dgm:pt modelId="{AB02D1F2-C4B0-5A40-9BBB-8E822EAC094C}" type="pres">
      <dgm:prSet presAssocID="{5C651AF6-D66F-9A43-9BD4-D133EFCD4380}" presName="balance_00" presStyleLbl="alignAccFollowNode1" presStyleIdx="3" presStyleCnt="4" custScaleX="171818" custScaleY="113839" custLinFactY="-100000" custLinFactNeighborX="211" custLinFactNeighborY="-153400">
        <dgm:presLayoutVars>
          <dgm:bulletEnabled val="1"/>
        </dgm:presLayoutVars>
      </dgm:prSet>
      <dgm:spPr>
        <a:solidFill>
          <a:srgbClr val="BFE27F">
            <a:alpha val="90000"/>
          </a:srgbClr>
        </a:solidFill>
        <a:ln>
          <a:noFill/>
        </a:ln>
      </dgm:spPr>
    </dgm:pt>
  </dgm:ptLst>
  <dgm:cxnLst>
    <dgm:cxn modelId="{C59ECB19-40F7-C14E-8C49-2331C2F77187}" srcId="{5C651AF6-D66F-9A43-9BD4-D133EFCD4380}" destId="{3926AA42-C474-5248-8C2F-9BAAB4EA653D}" srcOrd="0" destOrd="0" parTransId="{26A08641-AAAB-964D-8D0F-4EF0F0706EA0}" sibTransId="{7959187C-16D0-BA44-9F7B-22779FF17129}"/>
    <dgm:cxn modelId="{9A94C34F-22BA-3A49-8A6B-ED754CC7B760}" srcId="{5C651AF6-D66F-9A43-9BD4-D133EFCD4380}" destId="{59E0C1E2-AE80-C14A-81B9-21F2FCEF5D5E}" srcOrd="1" destOrd="0" parTransId="{3AD117D7-D4A6-474A-B9D3-C7F0FF513DA1}" sibTransId="{BBB1A7FA-6A19-924A-A239-6C89AF01F12A}"/>
    <dgm:cxn modelId="{ADAD418C-58A9-FB45-9340-B4361F0E5845}" type="presOf" srcId="{3926AA42-C474-5248-8C2F-9BAAB4EA653D}" destId="{524AAB89-196E-3147-9484-61D059E03BF7}" srcOrd="0" destOrd="0" presId="urn:microsoft.com/office/officeart/2005/8/layout/balance1"/>
    <dgm:cxn modelId="{5BF8ADA0-A650-864D-902B-0709BBA05388}" type="presOf" srcId="{5C651AF6-D66F-9A43-9BD4-D133EFCD4380}" destId="{EB621048-2E6B-2247-BC14-69AE17B84130}" srcOrd="0" destOrd="0" presId="urn:microsoft.com/office/officeart/2005/8/layout/balance1"/>
    <dgm:cxn modelId="{D868ABBC-322D-9047-92EB-D28199B3C3B7}" type="presOf" srcId="{59E0C1E2-AE80-C14A-81B9-21F2FCEF5D5E}" destId="{334DF4D4-FF79-1541-A94B-F2E2E4860161}" srcOrd="0" destOrd="0" presId="urn:microsoft.com/office/officeart/2005/8/layout/balance1"/>
    <dgm:cxn modelId="{7A7F966F-E64D-D545-8996-2A6A93B154D1}" type="presParOf" srcId="{EB621048-2E6B-2247-BC14-69AE17B84130}" destId="{1EF50EF7-5FA8-B94D-9BF5-0547D526982A}" srcOrd="0" destOrd="0" presId="urn:microsoft.com/office/officeart/2005/8/layout/balance1"/>
    <dgm:cxn modelId="{75A29225-C2C9-014A-BA4F-0DDCF2F42D34}" type="presParOf" srcId="{EB621048-2E6B-2247-BC14-69AE17B84130}" destId="{F57C6F2F-D666-5F47-B642-BCCE5FFC33AF}" srcOrd="1" destOrd="0" presId="urn:microsoft.com/office/officeart/2005/8/layout/balance1"/>
    <dgm:cxn modelId="{E2294919-DB98-D646-86B6-583DF95109C7}" type="presParOf" srcId="{F57C6F2F-D666-5F47-B642-BCCE5FFC33AF}" destId="{524AAB89-196E-3147-9484-61D059E03BF7}" srcOrd="0" destOrd="0" presId="urn:microsoft.com/office/officeart/2005/8/layout/balance1"/>
    <dgm:cxn modelId="{FCF21314-3B30-EF46-AD4E-C1C7CD711D1A}" type="presParOf" srcId="{F57C6F2F-D666-5F47-B642-BCCE5FFC33AF}" destId="{334DF4D4-FF79-1541-A94B-F2E2E4860161}" srcOrd="1" destOrd="0" presId="urn:microsoft.com/office/officeart/2005/8/layout/balance1"/>
    <dgm:cxn modelId="{8FBEBB42-096E-DF46-861F-94AE189A2578}" type="presParOf" srcId="{EB621048-2E6B-2247-BC14-69AE17B84130}" destId="{7EE6F95A-E2E0-0049-9242-AD04E54EEDEB}" srcOrd="2" destOrd="0" presId="urn:microsoft.com/office/officeart/2005/8/layout/balance1"/>
    <dgm:cxn modelId="{80B62F36-E0FB-6343-8E8D-B2FB41661DA7}" type="presParOf" srcId="{7EE6F95A-E2E0-0049-9242-AD04E54EEDEB}" destId="{78B9D120-84FE-0341-A8A7-F79A015B86B7}" srcOrd="0" destOrd="0" presId="urn:microsoft.com/office/officeart/2005/8/layout/balance1"/>
    <dgm:cxn modelId="{97294D4E-8F38-5D43-BF9A-C990E15AA114}" type="presParOf" srcId="{7EE6F95A-E2E0-0049-9242-AD04E54EEDEB}" destId="{41E96233-024D-A046-82C3-0161E53AF43B}" srcOrd="1" destOrd="0" presId="urn:microsoft.com/office/officeart/2005/8/layout/balance1"/>
    <dgm:cxn modelId="{FCC163F6-E3E7-5D4A-9304-8C1E3F595D2B}" type="presParOf" srcId="{7EE6F95A-E2E0-0049-9242-AD04E54EEDEB}" destId="{AB02D1F2-C4B0-5A40-9BBB-8E822EAC094C}" srcOrd="2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AAB89-196E-3147-9484-61D059E03BF7}">
      <dsp:nvSpPr>
        <dsp:cNvPr id="0" name=""/>
        <dsp:cNvSpPr/>
      </dsp:nvSpPr>
      <dsp:spPr>
        <a:xfrm>
          <a:off x="807962" y="1469210"/>
          <a:ext cx="2354673" cy="2159994"/>
        </a:xfrm>
        <a:prstGeom prst="roundRect">
          <a:avLst>
            <a:gd name="adj" fmla="val 10000"/>
          </a:avLst>
        </a:prstGeom>
        <a:solidFill>
          <a:srgbClr val="7FC600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i="0" kern="1200">
              <a:solidFill>
                <a:schemeClr val="bg1"/>
              </a:solidFill>
              <a:latin typeface="Averta Bold" pitchFamily="2" charset="77"/>
            </a:rPr>
            <a:t>Intake</a:t>
          </a:r>
        </a:p>
      </dsp:txBody>
      <dsp:txXfrm>
        <a:off x="871226" y="1532474"/>
        <a:ext cx="2228145" cy="2033466"/>
      </dsp:txXfrm>
    </dsp:sp>
    <dsp:sp modelId="{334DF4D4-FF79-1541-A94B-F2E2E4860161}">
      <dsp:nvSpPr>
        <dsp:cNvPr id="0" name=""/>
        <dsp:cNvSpPr/>
      </dsp:nvSpPr>
      <dsp:spPr>
        <a:xfrm>
          <a:off x="8568623" y="1468805"/>
          <a:ext cx="2354673" cy="2159994"/>
        </a:xfrm>
        <a:prstGeom prst="roundRect">
          <a:avLst>
            <a:gd name="adj" fmla="val 10000"/>
          </a:avLst>
        </a:prstGeom>
        <a:solidFill>
          <a:srgbClr val="7FC600">
            <a:alpha val="90000"/>
          </a:srgb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i="0" kern="1200">
              <a:solidFill>
                <a:schemeClr val="bg1"/>
              </a:solidFill>
              <a:latin typeface="Averta Bold" pitchFamily="2" charset="77"/>
            </a:rPr>
            <a:t>Output</a:t>
          </a:r>
        </a:p>
      </dsp:txBody>
      <dsp:txXfrm>
        <a:off x="8631887" y="1532069"/>
        <a:ext cx="2228145" cy="2033466"/>
      </dsp:txXfrm>
    </dsp:sp>
    <dsp:sp modelId="{41E96233-024D-A046-82C3-0161E53AF43B}">
      <dsp:nvSpPr>
        <dsp:cNvPr id="0" name=""/>
        <dsp:cNvSpPr/>
      </dsp:nvSpPr>
      <dsp:spPr>
        <a:xfrm>
          <a:off x="4145898" y="4009051"/>
          <a:ext cx="3489655" cy="2744665"/>
        </a:xfrm>
        <a:prstGeom prst="triangle">
          <a:avLst/>
        </a:prstGeom>
        <a:solidFill>
          <a:srgbClr val="BFE27F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2D1F2-C4B0-5A40-9BBB-8E822EAC094C}">
      <dsp:nvSpPr>
        <dsp:cNvPr id="0" name=""/>
        <dsp:cNvSpPr/>
      </dsp:nvSpPr>
      <dsp:spPr>
        <a:xfrm>
          <a:off x="833516" y="3665280"/>
          <a:ext cx="10114381" cy="452712"/>
        </a:xfrm>
        <a:prstGeom prst="rect">
          <a:avLst/>
        </a:prstGeom>
        <a:solidFill>
          <a:srgbClr val="BFE27F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8CC7E-A057-E040-A43F-B7D493AC704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A8F88-7948-F545-9C79-63A10B9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90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/>
              <a:t>At the most basic level, caloric balance and body weight reflects the balance between energy intake and energy expenditure.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CB36CE-9562-DA40-A6FD-5C216AF350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8474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6565-9F0B-466A-8F00-D719F0C0BA66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25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4AAA-9B21-40EE-B52A-5609BCC114AD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501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33090-E122-4E23-8107-457DA1751611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547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86F1-C49F-43E8-9A19-3FB2EFDAFF9D}" type="datetime1">
              <a:rPr lang="en-CA" smtClean="0"/>
              <a:t>2026-07-31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232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348D6-E33A-46F4-B7F0-BFA3F611AD6F}" type="datetime1">
              <a:rPr lang="en-CA" smtClean="0"/>
              <a:t>2026-07-31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7599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D0709-87DC-4952-AC00-B92C4936FFA9}" type="datetime1">
              <a:rPr lang="en-CA" smtClean="0"/>
              <a:t>2026-07-31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1421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8CBE8-68BD-4EC5-94DE-6FC844A2322D}" type="datetime1">
              <a:rPr lang="en-CA" smtClean="0"/>
              <a:t>2026-07-31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835B7-616B-45D5-AB94-86E277F581E3}" type="datetime1">
              <a:rPr lang="en-CA" smtClean="0"/>
              <a:t>2026-07-31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261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B704-0FAA-4246-8F0D-8DD43A2665D1}" type="datetime1">
              <a:rPr lang="en-CA" smtClean="0"/>
              <a:t>2026-07-31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238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1E8A-7A36-4F44-979B-977F671DDDFA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92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10CA-99B3-48B4-BC4E-D613FDAA49B0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40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050C-E1AF-4853-B302-24475286192F}" type="datetime1">
              <a:rPr lang="en-CA" smtClean="0"/>
              <a:t>2026-07-31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F7206-2916-4D19-9875-D506CCA065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678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13E146-BA9C-FB4D-8EEE-8C1E34300567}"/>
              </a:ext>
            </a:extLst>
          </p:cNvPr>
          <p:cNvGraphicFramePr/>
          <p:nvPr/>
        </p:nvGraphicFramePr>
        <p:xfrm>
          <a:off x="205273" y="317241"/>
          <a:ext cx="11756572" cy="65407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D2002B-E16E-E148-9A7C-0C5ED0C5EE1C}"/>
              </a:ext>
            </a:extLst>
          </p:cNvPr>
          <p:cNvSpPr txBox="1"/>
          <p:nvPr/>
        </p:nvSpPr>
        <p:spPr>
          <a:xfrm>
            <a:off x="2519318" y="2382014"/>
            <a:ext cx="7153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rta Bold" pitchFamily="2" charset="77"/>
                <a:ea typeface="+mn-ea"/>
                <a:cs typeface="+mn-cs"/>
              </a:rPr>
              <a:t>Caloric Balance</a:t>
            </a:r>
          </a:p>
        </p:txBody>
      </p:sp>
      <p:pic>
        <p:nvPicPr>
          <p:cNvPr id="4" name="Picture 3" descr="A picture containing object, clock&#10;&#10;Description generated with high confidence">
            <a:extLst>
              <a:ext uri="{FF2B5EF4-FFF2-40B4-BE49-F238E27FC236}">
                <a16:creationId xmlns:a16="http://schemas.microsoft.com/office/drawing/2014/main" id="{9F228B16-E27B-C345-BCF3-95952A7BFB4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00" y="5400000"/>
            <a:ext cx="536449" cy="13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590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Averta Bold</vt:lpstr>
      <vt:lpstr>Calibri</vt:lpstr>
      <vt:lpstr>Calibri Light</vt:lpstr>
      <vt:lpstr>4_Office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Byrne</dc:creator>
  <cp:lastModifiedBy>Brendan Byrne</cp:lastModifiedBy>
  <cp:revision>1</cp:revision>
  <dcterms:created xsi:type="dcterms:W3CDTF">2026-07-31T17:29:28Z</dcterms:created>
  <dcterms:modified xsi:type="dcterms:W3CDTF">2026-07-31T17:30:05Z</dcterms:modified>
</cp:coreProperties>
</file>